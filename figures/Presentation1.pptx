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8"/>
    <p:restoredTop sz="94540"/>
  </p:normalViewPr>
  <p:slideViewPr>
    <p:cSldViewPr snapToGrid="0">
      <p:cViewPr varScale="1">
        <p:scale>
          <a:sx n="114" d="100"/>
          <a:sy n="114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BDB3D-D951-C767-74AA-298A99C94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E5425-C1C0-1066-1819-F0B32BFAC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90DB-EDC0-771F-7DAA-476BECE08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B672F-A32C-71D6-5EF2-A9EEE4BC5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6F627-54DF-8FF8-7691-623C727C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06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24AF-7A0C-81FC-3D4D-2CB69FAF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25A10-7CC8-9789-17CC-BD6AE2CA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5E049-5858-0926-ADB9-E33D46F92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5A332-E5B3-9AEA-E946-93C0E90AE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C0E68-F836-E52E-BE19-85C0E382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96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5224-BCA8-CB17-07E3-82F14B6A3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A7FCD-2493-4C92-28B9-0A4FD49CD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2CCC9-26DC-7987-772F-BDDD5425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2864D-3456-A771-45DF-A47F7CF4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2856B-63EA-81E8-E39A-7F06F6E4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45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9822-8AA4-C2C8-04AF-5AB08ABC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A0848-B763-7F38-D3EA-67DA52E08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4A2DB-ECDD-7C3B-286E-B42E7E266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50296-1EA8-91C2-BEB8-FA6D54C1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280CE-64D3-04C6-19D2-FE639459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482F-5DCB-1CA5-43C2-4BB94C9E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3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1B65-7499-467A-F339-7B1889C1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F4A8E-9796-D0C1-428E-ABAE6F52B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47846-03A3-3F21-A106-E8B22A57D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79ABB-255D-41CA-F4C1-30C7A09EA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039B08-8D33-9DA2-D726-598B391E42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30706-6DE3-2433-F59B-AFA96F82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D3B52-C990-BD24-9AEF-B8945704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A4E7B-7495-700F-455D-66C12CF4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9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A073-1E0A-2A26-A924-2F98E4F2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9ECE7-AC9E-3D27-09C2-FDDDCA757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3B15C-7873-9920-DA59-50FAADA4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60CA3-89DA-C306-667D-C90D5CCA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4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AB404-5073-8F1B-1B3D-F1EEC6C9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715FBA-7498-9DC2-FB2E-2578F226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E8859-8F44-ABA2-7AA7-EA56F3D56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5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8A37-D699-0D38-32A4-57C50B97F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BC45-8255-05B0-B524-E56D42609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1591E-F3F4-031D-5F3F-2F56F3DD3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2FE57-21A5-157A-33A4-2613755B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D4AFE-5BE3-2403-D04B-48536C6A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09585-1980-CCFA-FE26-354DC4B09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0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E1F2-1112-A7B6-EF37-46F493EF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2CE1D-F6B5-346E-E796-28394B625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14BC7-398B-1DAF-D829-2C7AB293F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F137A-0ED8-6B19-8EBE-B61A03F8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DC5D5-C9E4-0989-2812-88A963BC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798E-4AF8-9C20-B5D5-C5F6DB7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A692E-4D36-07AC-4EFD-8651302F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A0C73-7E2D-9708-9DB7-579B4DF12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5F388-61EF-0263-58B3-F50FBECE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EFFD-7A9D-978D-4E8D-74D193872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E8F00-EBFE-5A6B-1662-6A7D0D0C9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3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39B05-A11D-C8AC-67D6-4176EF271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6EB98-E6DE-6608-91E7-0C29DC227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FE6DE-E0E9-6300-FE0B-62460774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F3FA2-1CBA-51D8-98DA-47CC4C3E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B499E-52F0-B99B-D8B1-D8B47F0C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19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88CC7-0BFC-73E9-3FE5-B2567647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D7D68-C1A8-0B4C-C634-73007C9B0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5F31F-D19B-2981-0A5A-939B15FDB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3F8BC-5DAB-524F-A18D-73B39D67E523}" type="datetimeFigureOut">
              <a:rPr lang="en-US" smtClean="0"/>
              <a:t>12/18/25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C819C-F829-9FB1-9630-EB262510F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9ADC2-E26E-EBE1-562A-6EE9AE70A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3D675-F9AF-AF46-9E1E-B90F5EF3BE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5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5BB89-CCE1-AC7F-7EAA-00355557F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7535"/>
            <a:ext cx="7772400" cy="612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051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1E1EE-0BB9-4AD3-235E-DCCDD406B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702" y="280448"/>
            <a:ext cx="9142142" cy="594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佳霖 李</dc:creator>
  <cp:lastModifiedBy>佳霖 李</cp:lastModifiedBy>
  <cp:revision>2</cp:revision>
  <dcterms:created xsi:type="dcterms:W3CDTF">2025-12-18T04:38:11Z</dcterms:created>
  <dcterms:modified xsi:type="dcterms:W3CDTF">2025-12-19T21:30:18Z</dcterms:modified>
</cp:coreProperties>
</file>